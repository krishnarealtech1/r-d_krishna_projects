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308E-A0AF-431B-9694-E1497E58CA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4739-8F45-4464-B5E3-F5BFD855E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37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308E-A0AF-431B-9694-E1497E58CA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4739-8F45-4464-B5E3-F5BFD855E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391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308E-A0AF-431B-9694-E1497E58CA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4739-8F45-4464-B5E3-F5BFD855E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008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308E-A0AF-431B-9694-E1497E58CA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4739-8F45-4464-B5E3-F5BFD855E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57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308E-A0AF-431B-9694-E1497E58CA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4739-8F45-4464-B5E3-F5BFD855E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585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308E-A0AF-431B-9694-E1497E58CA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4739-8F45-4464-B5E3-F5BFD855E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682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308E-A0AF-431B-9694-E1497E58CA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4739-8F45-4464-B5E3-F5BFD855E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2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308E-A0AF-431B-9694-E1497E58CA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4739-8F45-4464-B5E3-F5BFD855E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741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308E-A0AF-431B-9694-E1497E58CA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4739-8F45-4464-B5E3-F5BFD855E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569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308E-A0AF-431B-9694-E1497E58CA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4739-8F45-4464-B5E3-F5BFD855E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559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308E-A0AF-431B-9694-E1497E58CA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4739-8F45-4464-B5E3-F5BFD855EC6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6533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308E-A0AF-431B-9694-E1497E58CA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4739-8F45-4464-B5E3-F5BFD855E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710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308E-A0AF-431B-9694-E1497E58CA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4739-8F45-4464-B5E3-F5BFD855EC6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0930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308E-A0AF-431B-9694-E1497E58CA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4739-8F45-4464-B5E3-F5BFD855E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632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308E-A0AF-431B-9694-E1497E58CA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4739-8F45-4464-B5E3-F5BFD855E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79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308E-A0AF-431B-9694-E1497E58CA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4739-8F45-4464-B5E3-F5BFD855E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579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E308E-A0AF-431B-9694-E1497E58CA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E454739-8F45-4464-B5E3-F5BFD855E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3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Kousic</a:t>
            </a:r>
            <a:r>
              <a:rPr lang="en-US" dirty="0" smtClean="0"/>
              <a:t> &amp; Co - </a:t>
            </a:r>
            <a:r>
              <a:rPr lang="en-US" dirty="0" err="1" smtClean="0"/>
              <a:t>BlueMetals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Muthur</a:t>
            </a:r>
            <a:r>
              <a:rPr lang="en-US" dirty="0" smtClean="0"/>
              <a:t> Branch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734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Clint Requirements as Hint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83567"/>
            <a:ext cx="8596668" cy="4557795"/>
          </a:xfrm>
        </p:spPr>
        <p:txBody>
          <a:bodyPr/>
          <a:lstStyle/>
          <a:p>
            <a:r>
              <a:rPr lang="en-US" dirty="0" smtClean="0"/>
              <a:t>Clint want to monitor the IN &amp; OUT Materials with Date and Time and Photos.</a:t>
            </a:r>
          </a:p>
          <a:p>
            <a:r>
              <a:rPr lang="en-US" dirty="0" smtClean="0"/>
              <a:t>Clint want to Know the Inward &amp; Outward Materials in Mobile Applications.</a:t>
            </a:r>
          </a:p>
          <a:p>
            <a:r>
              <a:rPr lang="en-US" dirty="0" smtClean="0"/>
              <a:t>Clint want to Provide the Print Slip to their Customers with data of IN/OUT</a:t>
            </a:r>
          </a:p>
          <a:p>
            <a:pPr marL="0" indent="0">
              <a:buNone/>
            </a:pPr>
            <a:r>
              <a:rPr lang="en-US" dirty="0" smtClean="0"/>
              <a:t>      Images</a:t>
            </a:r>
          </a:p>
          <a:p>
            <a:pPr marL="0" indent="0">
              <a:buNone/>
            </a:pPr>
            <a:r>
              <a:rPr lang="en-US" dirty="0" smtClean="0"/>
              <a:t>      Date and Time</a:t>
            </a:r>
          </a:p>
          <a:p>
            <a:pPr marL="0" indent="0">
              <a:buNone/>
            </a:pPr>
            <a:r>
              <a:rPr lang="en-US" dirty="0" smtClean="0"/>
              <a:t>      Material Type</a:t>
            </a:r>
          </a:p>
          <a:p>
            <a:pPr marL="0" indent="0">
              <a:buNone/>
            </a:pPr>
            <a:r>
              <a:rPr lang="en-US" dirty="0" smtClean="0"/>
              <a:t>      Invoice Number </a:t>
            </a:r>
          </a:p>
          <a:p>
            <a:pPr marL="0" indent="0">
              <a:buNone/>
            </a:pPr>
            <a:r>
              <a:rPr lang="en-US" dirty="0" smtClean="0"/>
              <a:t>      Bill Number</a:t>
            </a:r>
          </a:p>
          <a:p>
            <a:pPr marL="0" indent="0">
              <a:buNone/>
            </a:pPr>
            <a:r>
              <a:rPr lang="en-US" dirty="0" smtClean="0"/>
              <a:t>      Vehicle Number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79261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082350"/>
            <a:ext cx="8596668" cy="1063691"/>
          </a:xfrm>
        </p:spPr>
        <p:txBody>
          <a:bodyPr/>
          <a:lstStyle/>
          <a:p>
            <a:r>
              <a:rPr lang="en-US" dirty="0" smtClean="0"/>
              <a:t>From Team RnD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687216"/>
            <a:ext cx="8596668" cy="3354146"/>
          </a:xfrm>
        </p:spPr>
        <p:txBody>
          <a:bodyPr/>
          <a:lstStyle/>
          <a:p>
            <a:r>
              <a:rPr lang="en-US" dirty="0" smtClean="0"/>
              <a:t>Hardware Preparation </a:t>
            </a:r>
          </a:p>
          <a:p>
            <a:r>
              <a:rPr lang="en-US" dirty="0" smtClean="0"/>
              <a:t>Windows Application Preparation</a:t>
            </a:r>
          </a:p>
          <a:p>
            <a:r>
              <a:rPr lang="en-US" dirty="0" smtClean="0"/>
              <a:t>H/W + S/W Testing</a:t>
            </a:r>
          </a:p>
          <a:p>
            <a:r>
              <a:rPr lang="en-US" dirty="0" smtClean="0"/>
              <a:t>Send Data to Server through FTP</a:t>
            </a:r>
          </a:p>
          <a:p>
            <a:r>
              <a:rPr lang="en-US" dirty="0" smtClean="0"/>
              <a:t>Train Clint to Operate the Machine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0028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Through FTP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Images – 4</a:t>
            </a:r>
          </a:p>
          <a:p>
            <a:r>
              <a:rPr lang="en-US" dirty="0" smtClean="0"/>
              <a:t>Vehicle Number</a:t>
            </a:r>
          </a:p>
          <a:p>
            <a:r>
              <a:rPr lang="en-US" dirty="0" smtClean="0"/>
              <a:t>Time and Date of IN &amp; OUT</a:t>
            </a:r>
          </a:p>
          <a:p>
            <a:r>
              <a:rPr lang="en-US" dirty="0" smtClean="0"/>
              <a:t>Material Name</a:t>
            </a:r>
          </a:p>
          <a:p>
            <a:r>
              <a:rPr lang="en-US" dirty="0" smtClean="0"/>
              <a:t>For IN – Material Name will be “Null” or “NIL”</a:t>
            </a:r>
          </a:p>
          <a:p>
            <a:r>
              <a:rPr lang="en-US" dirty="0" smtClean="0"/>
              <a:t>For OUT – Material Name will  be Actual Material (</a:t>
            </a:r>
            <a:r>
              <a:rPr lang="en-US" dirty="0" err="1" smtClean="0"/>
              <a:t>Eg</a:t>
            </a:r>
            <a:r>
              <a:rPr lang="en-US" dirty="0" smtClean="0"/>
              <a:t> – Raw Material , M-Sand, P-Sand, Etc…,.)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8489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From Team Software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46245"/>
            <a:ext cx="8596668" cy="4595117"/>
          </a:xfrm>
        </p:spPr>
        <p:txBody>
          <a:bodyPr>
            <a:normAutofit/>
          </a:bodyPr>
          <a:lstStyle/>
          <a:p>
            <a:r>
              <a:rPr lang="en-US" dirty="0" smtClean="0"/>
              <a:t>Mobile Application for Android &amp; I-Phone</a:t>
            </a:r>
          </a:p>
          <a:p>
            <a:r>
              <a:rPr lang="en-US" dirty="0" smtClean="0"/>
              <a:t>Generate Report as PDF with Required </a:t>
            </a:r>
            <a:r>
              <a:rPr lang="en-US" dirty="0" err="1" smtClean="0"/>
              <a:t>Datas</a:t>
            </a:r>
            <a:r>
              <a:rPr lang="en-US" dirty="0" smtClean="0"/>
              <a:t> given below,</a:t>
            </a:r>
          </a:p>
          <a:p>
            <a:pPr marL="0" indent="0">
              <a:buNone/>
            </a:pPr>
            <a:r>
              <a:rPr lang="en-US" dirty="0" smtClean="0"/>
              <a:t>	Trip Number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Vehicle Number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Date &amp; Time</a:t>
            </a:r>
            <a:r>
              <a:rPr lang="en-IN" dirty="0" smtClean="0"/>
              <a:t> – IN/OUT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Gro.Weight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Net.Weight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Matrial</a:t>
            </a:r>
            <a:r>
              <a:rPr lang="en-US" dirty="0" smtClean="0"/>
              <a:t> Name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Inward Material Total Weight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Outward Material Total Weight with Separate Material Weight</a:t>
            </a:r>
          </a:p>
        </p:txBody>
      </p:sp>
    </p:spTree>
    <p:extLst>
      <p:ext uri="{BB962C8B-B14F-4D97-AF65-F5344CB8AC3E}">
        <p14:creationId xmlns:p14="http://schemas.microsoft.com/office/powerpoint/2010/main" val="1079099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Inward Material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883159"/>
            <a:ext cx="8596668" cy="3158203"/>
          </a:xfrm>
        </p:spPr>
        <p:txBody>
          <a:bodyPr/>
          <a:lstStyle/>
          <a:p>
            <a:r>
              <a:rPr lang="en-US" dirty="0" smtClean="0"/>
              <a:t>Inward Material Should be Raw Material.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310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Outward Material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 – Sand</a:t>
            </a:r>
          </a:p>
          <a:p>
            <a:r>
              <a:rPr lang="en-US" dirty="0" smtClean="0"/>
              <a:t>P – Sand</a:t>
            </a:r>
          </a:p>
          <a:p>
            <a:r>
              <a:rPr lang="en-US" dirty="0" smtClean="0"/>
              <a:t>30mm </a:t>
            </a:r>
            <a:r>
              <a:rPr lang="en-US" dirty="0" err="1" smtClean="0"/>
              <a:t>Jalli</a:t>
            </a:r>
            <a:r>
              <a:rPr lang="en-US" dirty="0" smtClean="0"/>
              <a:t> (Chips Stone)</a:t>
            </a:r>
          </a:p>
          <a:p>
            <a:r>
              <a:rPr lang="en-US" dirty="0" smtClean="0"/>
              <a:t>20mm </a:t>
            </a:r>
            <a:r>
              <a:rPr lang="en-US" dirty="0" err="1" smtClean="0"/>
              <a:t>Jalli</a:t>
            </a:r>
            <a:r>
              <a:rPr lang="en-US" dirty="0" smtClean="0"/>
              <a:t> (Chips Stone)</a:t>
            </a:r>
          </a:p>
          <a:p>
            <a:r>
              <a:rPr lang="en-US" dirty="0" smtClean="0"/>
              <a:t>12mm </a:t>
            </a:r>
            <a:r>
              <a:rPr lang="en-US" dirty="0" err="1" smtClean="0"/>
              <a:t>Jalli</a:t>
            </a:r>
            <a:r>
              <a:rPr lang="en-US" dirty="0" smtClean="0"/>
              <a:t> (Chips Stone)</a:t>
            </a:r>
          </a:p>
          <a:p>
            <a:r>
              <a:rPr lang="en-US" dirty="0" smtClean="0"/>
              <a:t>6mm </a:t>
            </a:r>
            <a:r>
              <a:rPr lang="en-US" dirty="0" err="1" smtClean="0"/>
              <a:t>Jalli</a:t>
            </a:r>
            <a:r>
              <a:rPr lang="en-US" dirty="0" smtClean="0"/>
              <a:t> (Chips Stone)</a:t>
            </a:r>
          </a:p>
          <a:p>
            <a:r>
              <a:rPr lang="en-US" dirty="0" smtClean="0"/>
              <a:t>Dust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4551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677334" y="429208"/>
            <a:ext cx="8596668" cy="18039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185" y="167951"/>
            <a:ext cx="7921688" cy="640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486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138335"/>
            <a:ext cx="8596668" cy="1194317"/>
          </a:xfrm>
        </p:spPr>
        <p:txBody>
          <a:bodyPr/>
          <a:lstStyle/>
          <a:p>
            <a:r>
              <a:rPr lang="en-US" dirty="0" smtClean="0"/>
              <a:t>RTS Management Side Requirements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892490"/>
            <a:ext cx="8596668" cy="3148872"/>
          </a:xfrm>
        </p:spPr>
        <p:txBody>
          <a:bodyPr/>
          <a:lstStyle/>
          <a:p>
            <a:r>
              <a:rPr lang="en-US" dirty="0" smtClean="0"/>
              <a:t>Final Date for Report Update from S/W Team.</a:t>
            </a:r>
          </a:p>
          <a:p>
            <a:r>
              <a:rPr lang="en-US" dirty="0" smtClean="0"/>
              <a:t>Final Date for Mobile Application from S/W Team.</a:t>
            </a:r>
          </a:p>
          <a:p>
            <a:r>
              <a:rPr lang="en-US" dirty="0" smtClean="0"/>
              <a:t>Final Date for Software development from RnD Team.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0000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191</TotalTime>
  <Words>274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Kousic &amp; Co - BlueMetals</vt:lpstr>
      <vt:lpstr>Clint Requirements as Hint</vt:lpstr>
      <vt:lpstr>From Team RnD</vt:lpstr>
      <vt:lpstr>Data Through FTP</vt:lpstr>
      <vt:lpstr>From Team Software</vt:lpstr>
      <vt:lpstr>Inward Material</vt:lpstr>
      <vt:lpstr>Outward Material</vt:lpstr>
      <vt:lpstr> </vt:lpstr>
      <vt:lpstr>RTS Management Side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Kousic &amp; Co - BlueMetals</dc:title>
  <dc:creator>RealTech</dc:creator>
  <cp:lastModifiedBy>RealTech</cp:lastModifiedBy>
  <cp:revision>8</cp:revision>
  <dcterms:created xsi:type="dcterms:W3CDTF">2026-01-05T03:54:02Z</dcterms:created>
  <dcterms:modified xsi:type="dcterms:W3CDTF">2026-01-05T07:05:04Z</dcterms:modified>
</cp:coreProperties>
</file>