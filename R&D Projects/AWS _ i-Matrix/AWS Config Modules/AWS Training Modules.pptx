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E2A8A-0892-51F4-355D-3C4C96DA2A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4AEB67-1A4A-0051-9A23-7DA3B24DE0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E537B2-5EE8-D807-CD2B-E8E56ED78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2B5A5-FE7C-4A3D-8D0A-1386BC38689F}" type="datetimeFigureOut">
              <a:rPr lang="en-IN" smtClean="0"/>
              <a:t>03-04-2025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0334FA-D64F-1451-E4AE-C4EF46C31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15389B-076A-58CB-39F3-5D05671B7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C7DC4-EC2B-4767-94B3-21D8C7735B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19369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ADEB0-4A73-5A10-8DE4-2FBBE6369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9C74F1-F6EF-0BBE-8927-8EB67F9BF6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18C573-D58F-A2F6-A935-FDCEDFCE9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2B5A5-FE7C-4A3D-8D0A-1386BC38689F}" type="datetimeFigureOut">
              <a:rPr lang="en-IN" smtClean="0"/>
              <a:t>03-04-2025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34D6BF-B056-81DA-6E7C-5B9384F8E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AD4A4E-3A61-A295-A524-ADCE1DA18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C7DC4-EC2B-4767-94B3-21D8C7735B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80895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387E6-7CFF-7738-7057-291BB2E820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922AB6-6AE8-238F-6270-6F9417D3DD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E31B2C-90D5-6D84-2647-7CB27EFEF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2B5A5-FE7C-4A3D-8D0A-1386BC38689F}" type="datetimeFigureOut">
              <a:rPr lang="en-IN" smtClean="0"/>
              <a:t>03-04-2025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23597C-8F7C-0C59-B662-605C7A12C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3E4044-E534-B7C6-37AE-E5611F8FA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C7DC4-EC2B-4767-94B3-21D8C7735B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27352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ABBFD4-1A04-8979-F95F-8BDED9BAA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156D76-301E-385C-BA1B-F3E940B6F9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26232E-EABA-8C78-A943-10CBB15217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388887-4439-2FEC-DE36-666C5E911B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2B5A5-FE7C-4A3D-8D0A-1386BC38689F}" type="datetimeFigureOut">
              <a:rPr lang="en-IN" smtClean="0"/>
              <a:t>03-04-2025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D88546-C7CD-45DF-6E4B-E438EBDAE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2BAA42-8EFF-0F45-E97F-3CB84CD09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C7DC4-EC2B-4767-94B3-21D8C7735B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0876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928C4-9B9A-E04F-6AB6-2678A46DD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2C6DD8-654E-469A-CE5B-DB91119906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C37709-9C62-CBFA-2807-AF31130726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0722AF-AC45-73C9-DB9C-3D9D4174DB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CF71E11-5B39-73A1-3998-A2F7AF9AA3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61E843-1B96-9078-D8A9-83638D1EA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2B5A5-FE7C-4A3D-8D0A-1386BC38689F}" type="datetimeFigureOut">
              <a:rPr lang="en-IN" smtClean="0"/>
              <a:t>03-04-2025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ECF22C-A308-4578-956A-8F121457C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4189219-4ED7-ADE2-12E4-18E9C949F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C7DC4-EC2B-4767-94B3-21D8C7735B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85345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2D501-F9D0-A025-C80D-8A2C104E3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4A44BD-DD6A-1192-DD26-56354B1BA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2B5A5-FE7C-4A3D-8D0A-1386BC38689F}" type="datetimeFigureOut">
              <a:rPr lang="en-IN" smtClean="0"/>
              <a:t>03-04-2025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C33714-D0E5-8716-9935-BBFD1FB74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593E91-3E17-C6DE-34AE-87C254D2B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C7DC4-EC2B-4767-94B3-21D8C7735B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8666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249EF2-6E17-4B49-D0E5-B46C69F4A4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2B5A5-FE7C-4A3D-8D0A-1386BC38689F}" type="datetimeFigureOut">
              <a:rPr lang="en-IN" smtClean="0"/>
              <a:t>03-04-2025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56F2F8-1FF1-00D3-4614-4803FCE74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E42A1A-672B-3350-A1F8-64B094496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C7DC4-EC2B-4767-94B3-21D8C7735B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92521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99D16-D554-5CA0-904E-AEC9EBC01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7E2206-F455-964C-0D40-BB3B166A80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3F124F-F519-0F3F-69CB-2328814387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F319A7-3906-E942-9EB9-9297A4FF0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2B5A5-FE7C-4A3D-8D0A-1386BC38689F}" type="datetimeFigureOut">
              <a:rPr lang="en-IN" smtClean="0"/>
              <a:t>03-04-2025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255947-46FF-9540-88E5-117D740A1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5F4ACB-A30E-8F9F-C0AB-EA7AD9708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C7DC4-EC2B-4767-94B3-21D8C7735B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90750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21E93-E6C4-1BF1-CC77-676F2E7BF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14A5C0-FD4B-F8A5-ABF4-3C63621E3A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188B4D-0FC9-DE69-A5BE-676A5FE264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11B980-035A-144D-C040-38B30835C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2B5A5-FE7C-4A3D-8D0A-1386BC38689F}" type="datetimeFigureOut">
              <a:rPr lang="en-IN" smtClean="0"/>
              <a:t>03-04-2025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C88E4F-7ED8-4DAE-B663-E80453D53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16DED1-2C92-02E2-22B2-A2A8A6F64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C7DC4-EC2B-4767-94B3-21D8C7735B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82907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9988B-D8C8-2BF2-6A9E-F6673A89C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3F625F-B70D-5FF0-1A41-4FFE0A06C9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374CE9-7A93-007D-10ED-7838710C1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2B5A5-FE7C-4A3D-8D0A-1386BC38689F}" type="datetimeFigureOut">
              <a:rPr lang="en-IN" smtClean="0"/>
              <a:t>03-04-2025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56061D-3834-8B9B-60DC-D84CA3ABF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6804C8-9652-A29C-E7B0-1E4414D57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C7DC4-EC2B-4767-94B3-21D8C7735B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04316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BFFC96B-3AED-C4D0-A9C7-6F9CE89A90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8CD2F3-66E1-3BDD-F554-49CA36CB74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7EE41A-1C8A-AF88-3E48-2D196B7FD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2B5A5-FE7C-4A3D-8D0A-1386BC38689F}" type="datetimeFigureOut">
              <a:rPr lang="en-IN" smtClean="0"/>
              <a:t>03-04-2025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CCB3AD-FEC7-1F52-024A-635CA11FD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B9EBE4-602C-7620-EDB2-BB300F066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C7DC4-EC2B-4767-94B3-21D8C7735B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20016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4041C4-A2FD-63EE-D2F0-138D699BB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B234CA-0C7A-FFCB-7E8D-CF1AE77341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D8CEB0-1C08-D879-1326-74F15BC66D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42B5A5-FE7C-4A3D-8D0A-1386BC38689F}" type="datetimeFigureOut">
              <a:rPr lang="en-IN" smtClean="0"/>
              <a:t>03-04-2025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49142D-7AA2-1443-9796-BA8E7B5356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CBC300-3E3E-95B0-30DA-65E48F42EB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CC7DC4-EC2B-4767-94B3-21D8C7735B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80388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DCD6D-3D92-7D75-738E-98D1D2173D8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latin typeface="Arial Rounded MT Bold" panose="020F0704030504030204" pitchFamily="34" charset="0"/>
              </a:rPr>
              <a:t>AWS Training Module</a:t>
            </a:r>
            <a:endParaRPr lang="en-IN" b="1" dirty="0">
              <a:latin typeface="Arial Rounded MT Bold" panose="020F070403050403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BC3BBF-78A8-A001-4612-4430B1B2E4B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115068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BE0DB-A87B-555D-1636-50DB610BC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  <a:latin typeface="Bookman Old Style" panose="02050604050505020204" pitchFamily="18" charset="0"/>
              </a:rPr>
              <a:t>Main Power Board:</a:t>
            </a:r>
            <a:endParaRPr lang="en-IN" b="1" dirty="0">
              <a:solidFill>
                <a:srgbClr val="002060"/>
              </a:solidFill>
              <a:latin typeface="Bookman Old Style" panose="020506040505050202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D8B305B-FE03-0840-FA3E-BFA77C8B34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097" b="20464"/>
          <a:stretch/>
        </p:blipFill>
        <p:spPr>
          <a:xfrm rot="16200000">
            <a:off x="3844281" y="-534122"/>
            <a:ext cx="4503437" cy="8660870"/>
          </a:xfrm>
        </p:spPr>
      </p:pic>
    </p:spTree>
    <p:extLst>
      <p:ext uri="{BB962C8B-B14F-4D97-AF65-F5344CB8AC3E}">
        <p14:creationId xmlns:p14="http://schemas.microsoft.com/office/powerpoint/2010/main" val="1003191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DB0EC-293E-D937-8131-FF71A2B7B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  <a:r>
              <a:rPr lang="en-US" b="1" dirty="0">
                <a:solidFill>
                  <a:srgbClr val="002060"/>
                </a:solidFill>
                <a:latin typeface="Bookman Old Style" panose="02050604050505020204" pitchFamily="18" charset="0"/>
              </a:rPr>
              <a:t>Main Input For Power Board:</a:t>
            </a:r>
            <a:endParaRPr lang="en-IN" b="1" dirty="0">
              <a:solidFill>
                <a:srgbClr val="002060"/>
              </a:solidFill>
              <a:latin typeface="Bookman Old Style" panose="020506040505050202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A810218-CEB9-6BDF-722D-9FDCF09F4A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1180" y="1825625"/>
            <a:ext cx="9669640" cy="4351338"/>
          </a:xfrm>
        </p:spPr>
      </p:pic>
    </p:spTree>
    <p:extLst>
      <p:ext uri="{BB962C8B-B14F-4D97-AF65-F5344CB8AC3E}">
        <p14:creationId xmlns:p14="http://schemas.microsoft.com/office/powerpoint/2010/main" val="22143526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8A6F3-A8F4-FE18-65F3-6CCB791C6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68EA57B-8E0E-6BB1-4A1A-613DE5526B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5675" y="365125"/>
            <a:ext cx="6222910" cy="6222910"/>
          </a:xfrm>
        </p:spPr>
      </p:pic>
    </p:spTree>
    <p:extLst>
      <p:ext uri="{BB962C8B-B14F-4D97-AF65-F5344CB8AC3E}">
        <p14:creationId xmlns:p14="http://schemas.microsoft.com/office/powerpoint/2010/main" val="16170818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3F5D8-2186-4FFB-C018-4E923826A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66F6117-8CE8-7E1F-CC53-7B4A8FA430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709" y="1027906"/>
            <a:ext cx="10682581" cy="4807161"/>
          </a:xfrm>
        </p:spPr>
      </p:pic>
    </p:spTree>
    <p:extLst>
      <p:ext uri="{BB962C8B-B14F-4D97-AF65-F5344CB8AC3E}">
        <p14:creationId xmlns:p14="http://schemas.microsoft.com/office/powerpoint/2010/main" val="1366697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B8EB7-813C-BB20-D4E3-FAD0AF29F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821EEAF-20DA-91FC-FB85-05318619CD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348" y="981156"/>
            <a:ext cx="10879304" cy="4895687"/>
          </a:xfrm>
        </p:spPr>
      </p:pic>
    </p:spTree>
    <p:extLst>
      <p:ext uri="{BB962C8B-B14F-4D97-AF65-F5344CB8AC3E}">
        <p14:creationId xmlns:p14="http://schemas.microsoft.com/office/powerpoint/2010/main" val="5393378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3CB97-F917-6846-A4E9-3D30BCE8F2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  <a:latin typeface="Bookman Old Style" panose="02050604050505020204" pitchFamily="18" charset="0"/>
              </a:rPr>
              <a:t>Cam And Router Connection:</a:t>
            </a:r>
            <a:endParaRPr lang="en-IN" b="1" dirty="0">
              <a:solidFill>
                <a:srgbClr val="002060"/>
              </a:solidFill>
              <a:latin typeface="Bookman Old Style" panose="020506040505050202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B438FA0-683D-9D01-CEB5-84DA8EF774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1180" y="1825625"/>
            <a:ext cx="9669640" cy="4351338"/>
          </a:xfrm>
        </p:spPr>
      </p:pic>
    </p:spTree>
    <p:extLst>
      <p:ext uri="{BB962C8B-B14F-4D97-AF65-F5344CB8AC3E}">
        <p14:creationId xmlns:p14="http://schemas.microsoft.com/office/powerpoint/2010/main" val="16923153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1DB45-54BA-F7BB-5A89-F4DDCB4C4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  <a:latin typeface="Bookman Old Style" panose="02050604050505020204" pitchFamily="18" charset="0"/>
              </a:rPr>
              <a:t>Standard </a:t>
            </a:r>
            <a:r>
              <a:rPr lang="en-US" b="1" dirty="0" err="1">
                <a:solidFill>
                  <a:srgbClr val="002060"/>
                </a:solidFill>
                <a:latin typeface="Bookman Old Style" panose="02050604050505020204" pitchFamily="18" charset="0"/>
              </a:rPr>
              <a:t>Colour</a:t>
            </a:r>
            <a:r>
              <a:rPr lang="en-US" b="1" dirty="0">
                <a:solidFill>
                  <a:srgbClr val="002060"/>
                </a:solidFill>
                <a:latin typeface="Bookman Old Style" panose="02050604050505020204" pitchFamily="18" charset="0"/>
              </a:rPr>
              <a:t> Code For RJ45:</a:t>
            </a:r>
            <a:endParaRPr lang="en-IN" b="1" dirty="0">
              <a:solidFill>
                <a:srgbClr val="002060"/>
              </a:solidFill>
              <a:latin typeface="Bookman Old Style" panose="02050604050505020204" pitchFamily="18" charset="0"/>
            </a:endParaRPr>
          </a:p>
        </p:txBody>
      </p:sp>
      <p:pic>
        <p:nvPicPr>
          <p:cNvPr id="1030" name="Picture 6" descr="Know the RJ45 Color Code for Easy Connections and Repairs ...">
            <a:extLst>
              <a:ext uri="{FF2B5EF4-FFF2-40B4-BE49-F238E27FC236}">
                <a16:creationId xmlns:a16="http://schemas.microsoft.com/office/drawing/2014/main" id="{691F66FE-5D71-235E-D043-D6252E16009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7733" y="1306641"/>
            <a:ext cx="4976534" cy="4976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01474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A1E21-EC33-6F56-7835-E0199A988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8D8C9A4-5FB1-9E2B-430A-B3DF6D5A65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64" r="44849" b="48261"/>
          <a:stretch/>
        </p:blipFill>
        <p:spPr>
          <a:xfrm>
            <a:off x="4016258" y="598569"/>
            <a:ext cx="4159483" cy="5660861"/>
          </a:xfrm>
        </p:spPr>
      </p:pic>
    </p:spTree>
    <p:extLst>
      <p:ext uri="{BB962C8B-B14F-4D97-AF65-F5344CB8AC3E}">
        <p14:creationId xmlns:p14="http://schemas.microsoft.com/office/powerpoint/2010/main" val="35616007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EDFF9-5BFF-8CBF-1C5B-57769688C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9B76BA8-5BE6-0074-E145-0AB042AC78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136" b="18426"/>
          <a:stretch/>
        </p:blipFill>
        <p:spPr>
          <a:xfrm>
            <a:off x="4281258" y="669051"/>
            <a:ext cx="3629484" cy="5519898"/>
          </a:xfrm>
        </p:spPr>
      </p:pic>
    </p:spTree>
    <p:extLst>
      <p:ext uri="{BB962C8B-B14F-4D97-AF65-F5344CB8AC3E}">
        <p14:creationId xmlns:p14="http://schemas.microsoft.com/office/powerpoint/2010/main" val="31012709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E2E61-9346-F0FB-2EC9-CE0500FEA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903F9AC-5BBF-1142-7415-9764981F0F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383" r="7298" b="32341"/>
          <a:stretch/>
        </p:blipFill>
        <p:spPr>
          <a:xfrm>
            <a:off x="3573497" y="509809"/>
            <a:ext cx="5045005" cy="5838381"/>
          </a:xfrm>
        </p:spPr>
      </p:pic>
    </p:spTree>
    <p:extLst>
      <p:ext uri="{BB962C8B-B14F-4D97-AF65-F5344CB8AC3E}">
        <p14:creationId xmlns:p14="http://schemas.microsoft.com/office/powerpoint/2010/main" val="12549512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02DD50-2E1D-CDC1-A22A-94488CE70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BC8C4D3-6E89-C6FC-12AE-3B3999C324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6827" r="-2350"/>
          <a:stretch/>
        </p:blipFill>
        <p:spPr>
          <a:xfrm>
            <a:off x="724155" y="1464629"/>
            <a:ext cx="10743689" cy="3928741"/>
          </a:xfrm>
        </p:spPr>
      </p:pic>
    </p:spTree>
    <p:extLst>
      <p:ext uri="{BB962C8B-B14F-4D97-AF65-F5344CB8AC3E}">
        <p14:creationId xmlns:p14="http://schemas.microsoft.com/office/powerpoint/2010/main" val="7397501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5E57F-C75A-5061-6AA9-97D0FDF5B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77FFD77-2BAE-7560-96C2-F6A78AAAF0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414"/>
          <a:stretch/>
        </p:blipFill>
        <p:spPr>
          <a:xfrm>
            <a:off x="1392636" y="984613"/>
            <a:ext cx="9406727" cy="4888773"/>
          </a:xfrm>
        </p:spPr>
      </p:pic>
    </p:spTree>
    <p:extLst>
      <p:ext uri="{BB962C8B-B14F-4D97-AF65-F5344CB8AC3E}">
        <p14:creationId xmlns:p14="http://schemas.microsoft.com/office/powerpoint/2010/main" val="854889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5ED7B-721D-1DDF-5A5F-EFC2CFF20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923FF1B-0449-AD62-AF69-B698A22EE3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580" b="25809"/>
          <a:stretch/>
        </p:blipFill>
        <p:spPr>
          <a:xfrm>
            <a:off x="4006991" y="476040"/>
            <a:ext cx="4178018" cy="5905920"/>
          </a:xfrm>
        </p:spPr>
      </p:pic>
    </p:spTree>
    <p:extLst>
      <p:ext uri="{BB962C8B-B14F-4D97-AF65-F5344CB8AC3E}">
        <p14:creationId xmlns:p14="http://schemas.microsoft.com/office/powerpoint/2010/main" val="7277498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07F02-2E45-C99B-C0CC-482F05D39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F34E946-B8E7-B66A-F1BA-01535A0937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148" b="15871"/>
          <a:stretch/>
        </p:blipFill>
        <p:spPr>
          <a:xfrm>
            <a:off x="4193685" y="343790"/>
            <a:ext cx="3804629" cy="6170420"/>
          </a:xfrm>
        </p:spPr>
      </p:pic>
    </p:spTree>
    <p:extLst>
      <p:ext uri="{BB962C8B-B14F-4D97-AF65-F5344CB8AC3E}">
        <p14:creationId xmlns:p14="http://schemas.microsoft.com/office/powerpoint/2010/main" val="15718480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FDEF2-C8E1-BA9B-F073-3CA7B8C8D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D03C952-81CA-A2CF-7116-5AC4D0DF3E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82333"/>
            <a:ext cx="10515600" cy="2693333"/>
          </a:xfrm>
        </p:spPr>
      </p:pic>
    </p:spTree>
    <p:extLst>
      <p:ext uri="{BB962C8B-B14F-4D97-AF65-F5344CB8AC3E}">
        <p14:creationId xmlns:p14="http://schemas.microsoft.com/office/powerpoint/2010/main" val="19705482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37</Words>
  <Application>Microsoft Office PowerPoint</Application>
  <PresentationFormat>Widescreen</PresentationFormat>
  <Paragraphs>17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Arial Rounded MT Bold</vt:lpstr>
      <vt:lpstr>Bookman Old Style</vt:lpstr>
      <vt:lpstr>Calibri</vt:lpstr>
      <vt:lpstr>Calibri Light</vt:lpstr>
      <vt:lpstr>Office Theme</vt:lpstr>
      <vt:lpstr>AWS Training Module</vt:lpstr>
      <vt:lpstr>Main Power Board:</vt:lpstr>
      <vt:lpstr> Main Input For Power Board:</vt:lpstr>
      <vt:lpstr> </vt:lpstr>
      <vt:lpstr> </vt:lpstr>
      <vt:lpstr> </vt:lpstr>
      <vt:lpstr>Cam And Router Connection:</vt:lpstr>
      <vt:lpstr>Standard Colour Code For RJ45:</vt:lpstr>
      <vt:lpstr> </vt:lpstr>
      <vt:lpstr> </vt:lpstr>
      <vt:lpstr> </vt:lpstr>
      <vt:lpstr> </vt:lpstr>
      <vt:lpstr> </vt:lpstr>
      <vt:lpstr> </vt:lpstr>
      <vt:lpstr> </vt:lpstr>
      <vt:lpstr>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Krishna RealTech</dc:creator>
  <cp:lastModifiedBy>Krishna RealTech</cp:lastModifiedBy>
  <cp:revision>12</cp:revision>
  <dcterms:created xsi:type="dcterms:W3CDTF">2025-04-03T04:29:47Z</dcterms:created>
  <dcterms:modified xsi:type="dcterms:W3CDTF">2025-04-03T05:04:46Z</dcterms:modified>
</cp:coreProperties>
</file>